
<file path=[Content_Types].xml><?xml version="1.0" encoding="utf-8"?>
<Types xmlns="http://schemas.openxmlformats.org/package/2006/content-types">
  <Default Extension="jfif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1089838" r:id="rId2"/>
    <p:sldId id="11089839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tengJiang" initials="H" lastIdx="1" clrIdx="0">
    <p:extLst>
      <p:ext uri="{19B8F6BF-5375-455C-9EA6-DF929625EA0E}">
        <p15:presenceInfo xmlns:p15="http://schemas.microsoft.com/office/powerpoint/2012/main" userId="S-1-5-21-3302765354-3273553355-325553132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A9D18E"/>
    <a:srgbClr val="EDEDED"/>
    <a:srgbClr val="CFD5EA"/>
    <a:srgbClr val="A42C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8" autoAdjust="0"/>
    <p:restoredTop sz="85292" autoAdjust="0"/>
  </p:normalViewPr>
  <p:slideViewPr>
    <p:cSldViewPr snapToGrid="0">
      <p:cViewPr varScale="1">
        <p:scale>
          <a:sx n="135" d="100"/>
          <a:sy n="135" d="100"/>
        </p:scale>
        <p:origin x="1026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250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CD57C0-9F92-46D7-8582-D7830E4971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FBBF0B-E0A0-4700-B185-09829FF6B6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B97DB-90E9-4150-A421-1613A7F55EF8}" type="datetimeFigureOut">
              <a:rPr lang="zh-CN" altLang="en-US" smtClean="0"/>
              <a:t>2026/2/4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AD3C8F-58F5-48DF-863A-8EFCD3B3E4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2D47D2-F3A7-4027-94CE-ED023A6682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1CFB1-B3F2-49A1-9476-C7025C11EC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656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1853-FBB1-40D9-8D11-1E6AEF63EB8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F41B0-FAF0-4E69-9A9D-C086B01F5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22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8455-0107-9BE7-E10E-365C3FBD4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046903-BAD5-8B88-BABD-F96B96517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717076-B07B-64DE-44A1-806DB0651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5A5A37-9891-C16F-CD79-E9F16B59A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F41B0-FAF0-4E69-9A9D-C086B01F57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83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28E7C-9B48-DA60-014A-394E1B529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97BC02-0DD5-1F84-BEF9-71CE0ADE6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6AB8C9-B823-A848-E191-659320D46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DE949E-1D94-3CD6-852B-C7C9ADD36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EF41B0-FAF0-4E69-9A9D-C086B01F57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40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48EE1-B95B-4843-A3E0-523C493C9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53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C277BF7-E091-4192-A0E8-A719C917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4C68B-7518-44C3-AC8B-E9755F19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7C65CF-9281-44BE-ADD9-4D1F18FB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B7E681-566A-4483-AB4E-BC4553C555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542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4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6D814-DEED-B865-1ED4-902A8257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8CD2B4-F06D-1B28-CE0C-741DA373A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542" y="458082"/>
            <a:ext cx="1973297" cy="316707"/>
          </a:xfrm>
        </p:spPr>
        <p:txBody>
          <a:bodyPr/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39CD4C7-E7D8-3688-450E-58973F6C5E58}"/>
              </a:ext>
            </a:extLst>
          </p:cNvPr>
          <p:cNvCxnSpPr>
            <a:cxnSpLocks/>
          </p:cNvCxnSpPr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6AA3672E-9889-DAC1-B45C-B7917AD69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15A1DBC-CD64-C37C-2A89-724FA9B5A21B}"/>
              </a:ext>
            </a:extLst>
          </p:cNvPr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961AFC-E787-625D-EF33-F54C7AEBB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1E26108-5A54-A782-B2EA-F62DEFA961E5}"/>
              </a:ext>
            </a:extLst>
          </p:cNvPr>
          <p:cNvSpPr txBox="1"/>
          <p:nvPr/>
        </p:nvSpPr>
        <p:spPr>
          <a:xfrm>
            <a:off x="1220329" y="1125438"/>
            <a:ext cx="94122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4F0BDB-47D1-8D38-FAB0-51051634AF14}"/>
              </a:ext>
            </a:extLst>
          </p:cNvPr>
          <p:cNvSpPr txBox="1"/>
          <p:nvPr/>
        </p:nvSpPr>
        <p:spPr>
          <a:xfrm>
            <a:off x="1220328" y="1454067"/>
            <a:ext cx="94122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20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82770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EE124-3B48-4FBB-9FA6-A467A5170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22197-E527-37AA-9C09-FA783E3A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542" y="458082"/>
            <a:ext cx="1973297" cy="316707"/>
          </a:xfrm>
        </p:spPr>
        <p:txBody>
          <a:bodyPr/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endParaRPr lang="zh-CN" altLang="en-US" sz="3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897C20F-2B10-1E22-7E9A-10E3B5E074AD}"/>
              </a:ext>
            </a:extLst>
          </p:cNvPr>
          <p:cNvCxnSpPr>
            <a:cxnSpLocks/>
          </p:cNvCxnSpPr>
          <p:nvPr/>
        </p:nvCxnSpPr>
        <p:spPr>
          <a:xfrm>
            <a:off x="954505" y="1125438"/>
            <a:ext cx="9678053" cy="0"/>
          </a:xfrm>
          <a:prstGeom prst="line">
            <a:avLst/>
          </a:prstGeom>
          <a:ln w="222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782EF912-2C97-8F61-8705-311F12067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369" y="91960"/>
            <a:ext cx="1131960" cy="104895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D35404FC-426A-5E5F-F8D6-12C706EF5E7D}"/>
              </a:ext>
            </a:extLst>
          </p:cNvPr>
          <p:cNvSpPr txBox="1"/>
          <p:nvPr/>
        </p:nvSpPr>
        <p:spPr>
          <a:xfrm>
            <a:off x="4373786" y="458082"/>
            <a:ext cx="34444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r>
              <a:rPr lang="en-US" altLang="zh-CN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FED0A24-9268-6D15-9496-644865736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8577" y="0"/>
            <a:ext cx="1243423" cy="124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77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26819</TotalTime>
  <Words>10</Words>
  <Application>Microsoft Office PowerPoint</Application>
  <PresentationFormat>宽屏</PresentationFormat>
  <Paragraphs>8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等线</vt:lpstr>
      <vt:lpstr>宋体</vt:lpstr>
      <vt:lpstr>微软雅黑</vt:lpstr>
      <vt:lpstr>Arial</vt:lpstr>
      <vt:lpstr>Calibri</vt:lpstr>
      <vt:lpstr>Times New Roman</vt:lpstr>
      <vt:lpstr>Office 主题​​</vt:lpstr>
      <vt:lpstr>             </vt:lpstr>
      <vt:lpstr>       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paper-to-slides</dc:creator>
  <cp:lastModifiedBy>paper-to-slides</cp:lastModifiedBy>
  <cp:revision>1658</cp:revision>
  <dcterms:created xsi:type="dcterms:W3CDTF">2021-09-14T06:12:40Z</dcterms:created>
  <dcterms:modified xsi:type="dcterms:W3CDTF">2026-02-04T11:33:14Z</dcterms:modified>
</cp:coreProperties>
</file>