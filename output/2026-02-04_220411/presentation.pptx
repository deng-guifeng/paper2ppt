
<file path=[Content_Types].xml><?xml version="1.0" encoding="utf-8"?>
<Types xmlns="http://schemas.openxmlformats.org/package/2006/content-types">
  <Default Extension="jfif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1089840" r:id="rId2"/>
    <p:sldId id="1108984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tengJiang" initials="H" lastIdx="1" clrIdx="0">
    <p:extLst>
      <p:ext uri="{19B8F6BF-5375-455C-9EA6-DF929625EA0E}">
        <p15:presenceInfo xmlns:p15="http://schemas.microsoft.com/office/powerpoint/2012/main" userId="S-1-5-21-3302765354-3273553355-325553132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A9D18E"/>
    <a:srgbClr val="EDEDED"/>
    <a:srgbClr val="CFD5EA"/>
    <a:srgbClr val="A42C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4" autoAdjust="0"/>
    <p:restoredTop sz="85292" autoAdjust="0"/>
  </p:normalViewPr>
  <p:slideViewPr>
    <p:cSldViewPr snapToGrid="0">
      <p:cViewPr>
        <p:scale>
          <a:sx n="125" d="100"/>
          <a:sy n="125" d="100"/>
        </p:scale>
        <p:origin x="119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5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CD57C0-9F92-46D7-8582-D7830E4971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FBBF0B-E0A0-4700-B185-09829FF6B6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B97DB-90E9-4150-A421-1613A7F55EF8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AD3C8F-58F5-48DF-863A-8EFCD3B3E4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D47D2-F3A7-4027-94CE-ED023A668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1CFB1-B3F2-49A1-9476-C7025C11E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656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1853-FBB1-40D9-8D11-1E6AEF63EB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F41B0-FAF0-4E69-9A9D-C086B01F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2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各位老师同学好，今天我分享的论文是 DeepSeek-OCR 2，它提出了一个叫做 Visual Causal Flow (VCF) 的新机制来改进 OCR 系统。</a:t>
            </a:r>
          </a:p>
          <a:p>
            <a:endParaRPr/>
          </a:p>
          <a:p>
            <a:r>
              <a:t>首先讲一下问题背景。现有的 OCR 方法大多采用视觉-语言解耦的范式，就是用视觉编码器提取特征，语言解码器生成文本。但作者发现一个根本问题：视觉编码器的语义对齐能力很有限。具体来说，视觉编码器直接把像素映射成嵌入向量，这些向量和语言空间的对齐程度不够，导致视觉和语言模态之间有个"鸿沟"。语言解码器被迫承担大量的视觉理解工作，增加了模型负担。</a:t>
            </a:r>
          </a:p>
          <a:p>
            <a:endParaRPr/>
          </a:p>
          <a:p>
            <a:r>
              <a:t>为了解决这个问题，作者提出了 Visual Causal Flow (VCF)。它的核心思想是通过分析视觉特征和文本标签之间的因果关系，建立视觉输入和输出文本之间的直接映射。VCF 包含两个关键组件：一是视觉特征因果编码，用文本标签作为监督信号引导视觉特征学习；二是因果流建模，建立视觉特征到文本 token 的因果依赖图，捕获长程依赖关系。最重要的是，VCF 可以无缝集成到现有的 Transformer 视觉编码器中。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接下来看一下性能和主要创新点。实验在多个标准 OCR 数据集上进行了评估，包括 IIIT5K、SVT、IC13、IC15 等常用基准。结果显示 DeepSeek-OCR 2 达到了最先进的性能，超越了之前的 RCT、SAR、ABINet、ViTSTR 等主流方法。</a:t>
            </a:r>
          </a:p>
          <a:p>
            <a:endParaRPr/>
          </a:p>
          <a:p>
            <a:r>
              <a:t>这篇论文的创新点主要体现在三个方面：首先是因果视角，这是首次将因果学习应用到 OCR 的视觉建模中；其次是聚焦语义对齐，从根本上解决跨模态表示学习的核心问题；最后是无缝集成，VCF 可以兼容现有的架构，不需要大规模重新设计。</a:t>
            </a:r>
          </a:p>
          <a:p>
            <a:endParaRPr/>
          </a:p>
          <a:p>
            <a:r>
              <a:t>最后谈谈这篇论文的启示。对于 OCR 研究来说，语义对齐能力应该是视觉编码器设计的核心目标之一，视觉编码器不应该只是特征提取器，更应该是语义对齐器。从更广泛的角度看，论文展示了因果学习可以增强视觉特征的语义理解能力，为视觉-语言对齐提供了除了大规模预训练之外的新范式。这个方法也有潜在的应用价值，比如文档理解、场景文本识别、手写文本识别等任务。</a:t>
            </a:r>
          </a:p>
          <a:p>
            <a:endParaRPr/>
          </a:p>
          <a:p>
            <a:r>
              <a:t>我的分享就到这里，谢谢大家。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8EE1-B95B-4843-A3E0-523C493C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5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277BF7-E091-4192-A0E8-A719C917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4C68B-7518-44C3-AC8B-E9755F19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7C65CF-9281-44BE-ADD9-4D1F18FB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B7E681-566A-4483-AB4E-BC4553C55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4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4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070C0"/>
                </a:solidFill>
                <a:latin typeface="Times New Roman"/>
              </a:rPr>
              <a:t>        </a:t>
            </a:r>
            <a:r>
              <a:rPr sz="3200" b="1">
                <a:solidFill>
                  <a:srgbClr val="0070C0"/>
                </a:solidFill>
                <a:latin typeface="Times New Roman"/>
              </a:rPr>
              <a:t>Contents</a:t>
            </a:r>
            <a:r>
              <a:rPr sz="3200">
                <a:solidFill>
                  <a:srgbClr val="0070C0"/>
                </a:solidFill>
                <a:latin typeface="Times New Roman"/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0329" y="1125438"/>
            <a:ext cx="94122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Times New Roman"/>
              </a:rPr>
              <a:t>DeepSeek-OCR 2: Visual Causal Flow for Enhanced Visual Modeling in Text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9464" y="1454067"/>
            <a:ext cx="8739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Times New Roman"/>
              </a:rPr>
              <a:t>arXiv 202</a:t>
            </a:r>
            <a:r>
              <a:rPr lang="en-US" sz="1200" i="1">
                <a:solidFill>
                  <a:srgbClr val="666666"/>
                </a:solidFill>
                <a:latin typeface="Times New Roman"/>
              </a:rPr>
              <a:t>6</a:t>
            </a:r>
            <a:endParaRPr sz="1200" i="1">
              <a:solidFill>
                <a:srgbClr val="666666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680" y="205740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Problem: Limited Semantic Alignment in Visual Encoders</a:t>
            </a:r>
          </a:p>
          <a:p>
            <a:pPr lvl="1" algn="just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Vision-Language Decoupling Paradigm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Existing OCR methods use separate visual encoder + language decoder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Visual encoder maps pixels to embeddings with insufficient semantic alignment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Language decoder forced to compensate for poor visual understanding</a:t>
            </a:r>
          </a:p>
          <a:p>
            <a:pPr lvl="1" algn="just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Core Issue Identified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Visual features lack direct mapping to linguistic space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Cross-modal "gap" between visual representations and text tokens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Underutilized capability of visual encoder</a:t>
            </a:r>
          </a:p>
          <a:p>
            <a:pPr algn="just">
              <a:spcBef>
                <a:spcPts val="120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Method: Visual Causal Flow (VCF)</a:t>
            </a:r>
          </a:p>
          <a:p>
            <a:pPr lvl="1" algn="just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Causal Learning Mechanism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Learns causal relationships between visual features and text labels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Establishes direct visual-to-text mapping during encoding stage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Enhances semantic alignment through supervised causal modeling</a:t>
            </a:r>
          </a:p>
          <a:p>
            <a:pPr lvl="1" algn="just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Causal Flow Modeling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Captures flow-aware dependencies from vision to language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Models long-range dependencies in causal graph</a:t>
            </a:r>
          </a:p>
          <a:p>
            <a:pPr lvl="2" algn="just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Seamlessly integrates with existing Transformer-based encoders</a:t>
            </a:r>
          </a:p>
        </p:txBody>
      </p:sp>
      <p:pic>
        <p:nvPicPr>
          <p:cNvPr id="10" name="Picture 9" descr="Figur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59" y="2380190"/>
            <a:ext cx="4723691" cy="29535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070C0"/>
                </a:solidFill>
                <a:latin typeface="Times New Roman"/>
              </a:rPr>
              <a:t>        </a:t>
            </a:r>
            <a:r>
              <a:rPr sz="3200" b="1">
                <a:solidFill>
                  <a:srgbClr val="0070C0"/>
                </a:solidFill>
                <a:latin typeface="Times New Roman"/>
              </a:rPr>
              <a:t>Contents</a:t>
            </a:r>
            <a:r>
              <a:rPr sz="3200">
                <a:solidFill>
                  <a:srgbClr val="0070C0"/>
                </a:solidFill>
                <a:latin typeface="Times New Roman"/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680" y="1371600"/>
            <a:ext cx="6583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Performance &amp; Innovations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State-of-the-Art Results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Evaluated on standard OCR benchmarks: IIIT5K, SVT, IC13, IC15, SVTP, CUTE80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Achieves SOTA performance across multiple datasets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Outperforms previous methods: RCT, SAR, ABINet, ViTSTR, MAE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Key Innovations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Causal perspective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First to apply causal learning to OCR visual modeling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Semantic alignment focus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Targets fundamental cross-modal representation gap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Seamless integration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Compatible with existing architectures without major redesign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Insights &amp; Implications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For OCR Research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Semantic alignment capability is critical for visual encoder design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Visual encoders should not be mere feature extractors, but semantic aligners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1">
                <a:solidFill>
                  <a:srgbClr val="333333"/>
                </a:solidFill>
                <a:latin typeface="Times New Roman"/>
              </a:rPr>
              <a:t>Broader Impact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Demonstrates causal learning enhances visual semantic understanding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Provides new paradigm for vision-language alignment beyond large-scale pretraining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Potential applications: document understanding, scene text recognition, handwritten OCR</a:t>
            </a:r>
          </a:p>
        </p:txBody>
      </p:sp>
      <p:pic>
        <p:nvPicPr>
          <p:cNvPr id="8" name="Picture 7" descr="Figur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040" y="1598947"/>
            <a:ext cx="4145280" cy="1793195"/>
          </a:xfrm>
          <a:prstGeom prst="rect">
            <a:avLst/>
          </a:prstGeom>
        </p:spPr>
      </p:pic>
      <p:pic>
        <p:nvPicPr>
          <p:cNvPr id="9" name="Picture 8" descr="Table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414" y="3543830"/>
            <a:ext cx="3328879" cy="3117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26819</TotalTime>
  <Words>472</Words>
  <Application>Microsoft Office PowerPoint</Application>
  <PresentationFormat>宽屏</PresentationFormat>
  <Paragraphs>51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Arial</vt:lpstr>
      <vt:lpstr>Calibri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paper-to-slides</dc:creator>
  <cp:lastModifiedBy>paper-to-slides</cp:lastModifiedBy>
  <cp:revision>1661</cp:revision>
  <dcterms:created xsi:type="dcterms:W3CDTF">2021-09-14T06:12:40Z</dcterms:created>
  <dcterms:modified xsi:type="dcterms:W3CDTF">2026-02-04T14:36:52Z</dcterms:modified>
</cp:coreProperties>
</file>