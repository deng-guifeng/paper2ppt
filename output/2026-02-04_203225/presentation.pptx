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jfif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1089840" r:id="rId11"/>
    <p:sldId id="1108984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itengJiang" initials="H" lastIdx="1" clrIdx="0">
    <p:extLst>
      <p:ext uri="{19B8F6BF-5375-455C-9EA6-DF929625EA0E}">
        <p15:presenceInfo xmlns:p15="http://schemas.microsoft.com/office/powerpoint/2012/main" userId="S-1-5-21-3302765354-3273553355-325553132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A9D18E"/>
    <a:srgbClr val="EDEDED"/>
    <a:srgbClr val="CFD5EA"/>
    <a:srgbClr val="A42C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8" autoAdjust="0"/>
    <p:restoredTop sz="85292" autoAdjust="0"/>
  </p:normalViewPr>
  <p:slideViewPr>
    <p:cSldViewPr snapToGrid="0">
      <p:cViewPr varScale="1">
        <p:scale>
          <a:sx n="135" d="100"/>
          <a:sy n="135" d="100"/>
        </p:scale>
        <p:origin x="1026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50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CD57C0-9F92-46D7-8582-D7830E4971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FBBF0B-E0A0-4700-B185-09829FF6B6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B97DB-90E9-4150-A421-1613A7F55EF8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AD3C8F-58F5-48DF-863A-8EFCD3B3E4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2D47D2-F3A7-4027-94CE-ED023A6682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1CFB1-B3F2-49A1-9476-C7025C11E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656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1853-FBB1-40D9-8D11-1E6AEF63EB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F41B0-FAF0-4E69-9A9D-C086B01F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2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大家好，今天我介绍 DeepSeek-OCR 2 这篇工作。这篇论文解决的核心问题是：现有的视觉-语言模型虽然强大，但在 OCR 任务上并不优化。因为标准的 VLM 预测所有 token 是无差别的，没有考虑阅读方向。</a:t>
            </a:r>
          </a:p>
          <a:p/>
          <a:p>
            <a:r>
              <a:t>论文提出了一种新的机制叫 Visual Causal Flow（视觉因果流），其核心创新是建立从视觉 token 到文本 token 的单向信息流。具体来说，视觉 token 会按照阅读顺序依次关注文本 token，这样就能保证解码时遵循正确的阅读方向。</a:t>
            </a:r>
          </a:p>
          <a:p/>
          <a:p>
            <a:r>
              <a:t>架构包括一个多尺度视觉编码器，提取不同尺度的特征；一个交叉模态解码器，实现了视觉因果流；还有位置编码来保持阅读顺序。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现在讲关键优势和性能结果。</a:t>
            </a:r>
          </a:p>
          <a:p/>
          <a:p>
            <a:r>
              <a:t>方法上的主要创新：这是第一个为 OCR 显式建模方向性视觉到文本流的工作。支持从左到右和从右到左的阅读方向，比完整 VLM 方法更高效但保持准确率。</a:t>
            </a:r>
          </a:p>
          <a:p/>
          <a:p>
            <a:r>
              <a:t>实践上支持多语言，通过灵活的分词处理多种文字系统。在准确率和效率之间取得了更好的平衡。</a:t>
            </a:r>
          </a:p>
          <a:p/>
          <a:p>
            <a:r>
              <a:t>性能方面：在英文、中文和多语言基准测试上表现强劲。明显优于传统 OCR 方法如 CRNN，在较低计算成本下与 VLM 方法竞争力强。</a:t>
            </a:r>
          </a:p>
          <a:p/>
          <a:p>
            <a:r>
              <a:t>消融实验显示：视觉因果流相比基线有显著贡献，方向性注意力对文字识别准确率至关重要。</a:t>
            </a:r>
          </a:p>
          <a:p/>
          <a:p>
            <a:r>
              <a:t>这个工作的启示是：OCR 任务需要专门的架构设计，而不是直接套用通用的视觉-语言模型。Visual Causal Flow 提供了一种有效的建模方法。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48EE1-B95B-4843-A3E0-523C493C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5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277BF7-E091-4192-A0E8-A719C917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C4C68B-7518-44C3-AC8B-E9755F19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7C65CF-9281-44BE-ADD9-4D1F18FB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B7E681-566A-4483-AB4E-BC4553C55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5426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4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f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fif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954505" y="1125438"/>
            <a:ext cx="9678053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9" y="91960"/>
            <a:ext cx="1131960" cy="1048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73786" y="458082"/>
            <a:ext cx="34444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>
                <a:solidFill>
                  <a:srgbClr val="0070C0"/>
                </a:solidFill>
                <a:latin typeface="Times New Roman"/>
              </a:rPr>
              <a:t>        </a:t>
            </a:r>
            <a:r>
              <a:rPr sz="3200" b="1">
                <a:solidFill>
                  <a:srgbClr val="0070C0"/>
                </a:solidFill>
                <a:latin typeface="Times New Roman"/>
              </a:rPr>
              <a:t>Contents</a:t>
            </a:r>
            <a:r>
              <a:rPr sz="3200">
                <a:solidFill>
                  <a:srgbClr val="0070C0"/>
                </a:solidFill>
                <a:latin typeface="Times New Roman"/>
              </a:rPr>
              <a:t>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577" y="0"/>
            <a:ext cx="1243423" cy="12434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0329" y="1125438"/>
            <a:ext cx="94122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  <a:latin typeface="Times New Roman"/>
              </a:rPr>
              <a:t>DeepSeek-OCR 2: Leveraging Visual Causal Flow for Advanced Text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0328" y="1454067"/>
            <a:ext cx="94122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Times New Roman"/>
              </a:rPr>
              <a:t>DeepSeek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205740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1E3A5F"/>
                </a:solidFill>
                <a:latin typeface="Times New Roman"/>
              </a:rPr>
              <a:t>▶ </a:t>
            </a:r>
            <a:r>
              <a:rPr sz="1400" b="1">
                <a:solidFill>
                  <a:srgbClr val="1E3A5F"/>
                </a:solidFill>
                <a:latin typeface="Times New Roman"/>
              </a:rPr>
              <a:t>Problem &amp; Motivation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Limitations of VLMs for OCR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Standard VLMs use indiscriminate token prediction without reading direction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High computational cost for practical text recognition tasks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Key Challenge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Need for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directional visual feature propagation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 to guide text decoding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Alignment between visual tokens and text tokens should follow reading order (LTR/RTL)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1E3A5F"/>
                </a:solidFill>
                <a:latin typeface="Times New Roman"/>
              </a:rPr>
              <a:t>▶ </a:t>
            </a:r>
            <a:r>
              <a:rPr sz="1400" b="1">
                <a:solidFill>
                  <a:srgbClr val="1E3A5F"/>
                </a:solidFill>
                <a:latin typeface="Times New Roman"/>
              </a:rPr>
              <a:t>Visual Causal Flow (VCF)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Core Innovation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Novel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uni-directional attention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 mechanism: visual tokens attend to text tokens sequentially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Establishes directional information flow aligned with reading direction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Architecture Components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Multiscale visual encoder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: Extracts features at multiple scales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Cross-modal decoder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: Implements visual causal flow with directional attention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Sequential position encoding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: Maintains reading order in both modalities</a:t>
            </a:r>
          </a:p>
        </p:txBody>
      </p:sp>
      <p:pic>
        <p:nvPicPr>
          <p:cNvPr id="10" name="Picture 9" descr="Figur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961" y="2057400"/>
            <a:ext cx="3863436" cy="2217420"/>
          </a:xfrm>
          <a:prstGeom prst="rect">
            <a:avLst/>
          </a:prstGeom>
        </p:spPr>
      </p:pic>
      <p:pic>
        <p:nvPicPr>
          <p:cNvPr id="11" name="Picture 10" descr="Figur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040" y="4824219"/>
            <a:ext cx="4145280" cy="130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954505" y="1125438"/>
            <a:ext cx="9678053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9" y="91960"/>
            <a:ext cx="1131960" cy="1048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73786" y="458082"/>
            <a:ext cx="34444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>
                <a:solidFill>
                  <a:srgbClr val="0070C0"/>
                </a:solidFill>
                <a:latin typeface="Times New Roman"/>
              </a:rPr>
              <a:t>        </a:t>
            </a:r>
            <a:r>
              <a:rPr sz="3200" b="1">
                <a:solidFill>
                  <a:srgbClr val="0070C0"/>
                </a:solidFill>
                <a:latin typeface="Times New Roman"/>
              </a:rPr>
              <a:t>Contents</a:t>
            </a:r>
            <a:r>
              <a:rPr sz="3200">
                <a:solidFill>
                  <a:srgbClr val="0070C0"/>
                </a:solidFill>
                <a:latin typeface="Times New Roman"/>
              </a:rPr>
              <a:t>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577" y="0"/>
            <a:ext cx="1243423" cy="12434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680" y="1371600"/>
            <a:ext cx="6583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1E3A5F"/>
                </a:solidFill>
                <a:latin typeface="Times New Roman"/>
              </a:rPr>
              <a:t>▶ </a:t>
            </a:r>
            <a:r>
              <a:rPr sz="1400" b="1">
                <a:solidFill>
                  <a:srgbClr val="1E3A5F"/>
                </a:solidFill>
                <a:latin typeface="Times New Roman"/>
              </a:rPr>
              <a:t>Key Advantages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Methodological Innovation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First to explicitly model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directional visual-to-text flow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 for OCR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Supports both left-to-right and right-to-left reading directions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More efficient than full VLM approaches while maintaining accuracy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Practical Benefits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Multilingual support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: Handles multiple scripts through flexible tokenization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444444"/>
                </a:solidFill>
                <a:latin typeface="Times New Roman"/>
              </a:rPr>
              <a:t>Balanced trade-off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: Better accuracy than traditional OCR, more efficient than VLMs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1E3A5F"/>
                </a:solidFill>
                <a:latin typeface="Times New Roman"/>
              </a:rPr>
              <a:t>▶ </a:t>
            </a:r>
            <a:r>
              <a:rPr sz="1400" b="1">
                <a:solidFill>
                  <a:srgbClr val="1E3A5F"/>
                </a:solidFill>
                <a:latin typeface="Times New Roman"/>
              </a:rPr>
              <a:t>Performance &amp; Results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State-of-the-art Results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Strong performance on English, Chinese, and multilingual benchmarks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Significantly outperforms traditional OCR methods (CRNN, attention-based)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Competitive with VLM-based approaches at lower computational cost</a:t>
            </a:r>
          </a:p>
          <a:p>
            <a:pPr lvl="1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Times New Roman"/>
              </a:rPr>
              <a:t>▢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Ablation Analysis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Visual Causal Flow shows substantial contribution over baseline</a:t>
            </a:r>
          </a:p>
          <a:p>
            <a:pPr lvl="2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  <a:latin typeface="Times New Roman"/>
              </a:rPr>
              <a:t>• </a:t>
            </a:r>
            <a:r>
              <a:rPr sz="1200" b="0">
                <a:solidFill>
                  <a:srgbClr val="444444"/>
                </a:solidFill>
                <a:latin typeface="Times New Roman"/>
              </a:rPr>
              <a:t>Directional attention crucial for text recognition accuracy</a:t>
            </a:r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768" y="1371600"/>
            <a:ext cx="3163824" cy="2560320"/>
          </a:xfrm>
          <a:prstGeom prst="rect">
            <a:avLst/>
          </a:prstGeom>
        </p:spPr>
      </p:pic>
      <p:pic>
        <p:nvPicPr>
          <p:cNvPr id="9" name="Picture 8" descr="Tabl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040" y="4722303"/>
            <a:ext cx="4145280" cy="11624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26819</TotalTime>
  <Words>10</Words>
  <Application>Microsoft Office PowerPoint</Application>
  <PresentationFormat>宽屏</PresentationFormat>
  <Paragraphs>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宋体</vt:lpstr>
      <vt:lpstr>微软雅黑</vt:lpstr>
      <vt:lpstr>Arial</vt:lpstr>
      <vt:lpstr>Calibri</vt:lpstr>
      <vt:lpstr>Times New Roman</vt:lpstr>
      <vt:lpstr>Office 主题​​</vt:lpstr>
      <vt:lpstr>             </vt:lpstr>
      <vt:lpstr>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HaitengJiang</dc:creator>
  <cp:lastModifiedBy>贵锋 邓</cp:lastModifiedBy>
  <cp:revision>1658</cp:revision>
  <dcterms:created xsi:type="dcterms:W3CDTF">2021-09-14T06:12:40Z</dcterms:created>
  <dcterms:modified xsi:type="dcterms:W3CDTF">2026-02-04T11:33:14Z</dcterms:modified>
</cp:coreProperties>
</file>